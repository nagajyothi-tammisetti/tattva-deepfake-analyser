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2"/>
  </p:notesMasterIdLst>
  <p:sldIdLst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-736" y="-7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alphaModFix amt="19000"/>
            <a:lum/>
          </a:blip>
          <a:srcRect/>
          <a:stretch>
            <a:fillRect l="2000" t="-5000" r="13000" b="-13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alphaModFix amt="19000"/>
            <a:lum/>
          </a:blip>
          <a:srcRect/>
          <a:stretch>
            <a:fillRect l="2000" t="-5000" r="13000" b="-13000"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9000"/>
            <a:lum/>
          </a:blip>
          <a:srcRect/>
          <a:stretch>
            <a:fillRect l="6000" t="49000" r="13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407" y="3238858"/>
            <a:ext cx="8667407" cy="1625449"/>
          </a:xfrm>
        </p:spPr>
        <p:txBody>
          <a:bodyPr>
            <a:noAutofit/>
          </a:bodyPr>
          <a:lstStyle/>
          <a:p>
            <a:pPr algn="l"/>
            <a:r>
              <a:rPr lang="en-US" sz="1400" b="1" dirty="0" smtClean="0">
                <a:solidFill>
                  <a:schemeClr val="accent1">
                    <a:lumMod val="50000"/>
                  </a:schemeClr>
                </a:solidFill>
              </a:rPr>
              <a:t>Team Details :</a:t>
            </a:r>
          </a:p>
          <a:p>
            <a:pPr algn="l"/>
            <a:endParaRPr lang="en-US" sz="1400" dirty="0" smtClean="0"/>
          </a:p>
          <a:p>
            <a:pPr algn="l" fontAlgn="base">
              <a:buFont typeface="Arial" pitchFamily="34" charset="0"/>
              <a:buChar char="•"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Team name: </a:t>
            </a:r>
            <a:r>
              <a:rPr lang="en-US" sz="1400" b="1" dirty="0" smtClean="0"/>
              <a:t>TATTVA</a:t>
            </a:r>
          </a:p>
          <a:p>
            <a:pPr algn="l" fontAlgn="base">
              <a:buFont typeface="Arial" pitchFamily="34" charset="0"/>
              <a:buChar char="•"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Team leader name:</a:t>
            </a:r>
            <a:r>
              <a:rPr lang="en-US" sz="1400" b="1" dirty="0" smtClean="0"/>
              <a:t> T. </a:t>
            </a:r>
            <a:r>
              <a:rPr lang="en-US" sz="1400" b="1" dirty="0" err="1" smtClean="0"/>
              <a:t>Nagajyothi</a:t>
            </a:r>
            <a:endParaRPr lang="en-US" sz="1400" b="1" dirty="0" smtClean="0"/>
          </a:p>
          <a:p>
            <a:pPr algn="l" fontAlgn="base">
              <a:buFont typeface="Arial" pitchFamily="34" charset="0"/>
              <a:buChar char="•"/>
            </a:pPr>
            <a:r>
              <a:rPr lang="en-US" sz="1400" b="1" dirty="0" smtClean="0"/>
              <a:t> </a:t>
            </a: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Problem Statement:</a:t>
            </a:r>
            <a:r>
              <a:rPr lang="en-US" sz="1400" b="1" dirty="0" smtClean="0"/>
              <a:t> Generative AI can create highly realistic fake videos, images, and audio that are almost impossible for humans to detect.</a:t>
            </a:r>
          </a:p>
          <a:p>
            <a:pPr algn="l"/>
            <a:r>
              <a:rPr lang="en-US" sz="1400" dirty="0" smtClean="0"/>
              <a:t/>
            </a:r>
            <a:br>
              <a:rPr lang="en-US" sz="1400" dirty="0" smtClean="0"/>
            </a:br>
            <a:endParaRPr lang="en-US" sz="1400" dirty="0"/>
          </a:p>
        </p:txBody>
      </p:sp>
      <p:pic>
        <p:nvPicPr>
          <p:cNvPr id="4" name="Picture 3" descr="Screenshot 2026-01-06 1737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9904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8664" y="1026827"/>
            <a:ext cx="4750575" cy="2990538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/>
              <a:t>TATTVA is an AI-powered web platform that detects </a:t>
            </a:r>
            <a:r>
              <a:rPr lang="en-US" sz="2400" dirty="0" err="1" smtClean="0"/>
              <a:t>deepfake</a:t>
            </a:r>
            <a:r>
              <a:rPr lang="en-US" sz="2400" dirty="0" smtClean="0"/>
              <a:t> images, videos, and audio instantly. It analyzes uploaded media and provides real/fake results with confidence scores, helping restore digital trust.</a:t>
            </a:r>
            <a:endParaRPr lang="en-US" sz="2400" dirty="0"/>
          </a:p>
        </p:txBody>
      </p:sp>
      <p:pic>
        <p:nvPicPr>
          <p:cNvPr id="5" name="Picture 4" descr="Screenshot 2026-01-06 1739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14" y="179141"/>
            <a:ext cx="2314629" cy="543001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21704" y="1319134"/>
            <a:ext cx="3582650" cy="3281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42" name="AutoShape 2" descr="blob:https://web.whatsapp.com/1120cf89-683b-4781-8ba8-731ae6cf315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44" name="AutoShape 4" descr="blob:https://web.whatsapp.com/1120cf89-683b-4781-8ba8-731ae6cf315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35318" y="1"/>
            <a:ext cx="1776335" cy="771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2121109" y="524656"/>
            <a:ext cx="42883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</a:rPr>
              <a:t>Proposed Solution</a:t>
            </a:r>
            <a:endParaRPr lang="en-US" sz="36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808" y="1335108"/>
            <a:ext cx="8390090" cy="3169436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sz="12800" b="1" dirty="0" smtClean="0">
                <a:solidFill>
                  <a:schemeClr val="accent1">
                    <a:lumMod val="50000"/>
                  </a:schemeClr>
                </a:solidFill>
              </a:rPr>
              <a:t>Opportunities:</a:t>
            </a:r>
          </a:p>
          <a:p>
            <a:pPr algn="l"/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en-US" sz="8000" b="1" dirty="0" smtClean="0"/>
              <a:t>          How is it different from existing ideas?</a:t>
            </a:r>
            <a:r>
              <a:rPr lang="en-US" sz="8000" dirty="0" smtClean="0"/>
              <a:t/>
            </a:r>
            <a:br>
              <a:rPr lang="en-US" sz="8000" dirty="0" smtClean="0"/>
            </a:br>
            <a:r>
              <a:rPr lang="en-US" sz="8000" dirty="0" smtClean="0"/>
              <a:t>             • Supports image, video, and audio in one platform</a:t>
            </a:r>
            <a:br>
              <a:rPr lang="en-US" sz="8000" dirty="0" smtClean="0"/>
            </a:br>
            <a:r>
              <a:rPr lang="en-US" sz="8000" dirty="0" smtClean="0"/>
              <a:t>             • Provides real-time detection instead of delayed analysis</a:t>
            </a:r>
            <a:br>
              <a:rPr lang="en-US" sz="8000" dirty="0" smtClean="0"/>
            </a:br>
            <a:r>
              <a:rPr lang="en-US" sz="8000" dirty="0" smtClean="0"/>
              <a:t>             • User-friendly interface suitable for non-technical users</a:t>
            </a:r>
          </a:p>
          <a:p>
            <a:pPr algn="l"/>
            <a:r>
              <a:rPr lang="en-US" sz="8000" dirty="0" smtClean="0"/>
              <a:t/>
            </a:r>
            <a:br>
              <a:rPr lang="en-US" sz="8000" dirty="0" smtClean="0"/>
            </a:br>
            <a:r>
              <a:rPr lang="en-US" sz="8000" b="1" dirty="0" smtClean="0"/>
              <a:t>           How does it solve the problem?</a:t>
            </a:r>
            <a:r>
              <a:rPr lang="en-US" sz="8000" dirty="0" smtClean="0"/>
              <a:t/>
            </a:r>
            <a:br>
              <a:rPr lang="en-US" sz="8000" dirty="0" smtClean="0"/>
            </a:br>
            <a:r>
              <a:rPr lang="en-US" sz="8000" dirty="0" smtClean="0"/>
              <a:t>             • Uses ML models to analyze media authenticity</a:t>
            </a:r>
            <a:br>
              <a:rPr lang="en-US" sz="8000" dirty="0" smtClean="0"/>
            </a:br>
            <a:r>
              <a:rPr lang="en-US" sz="8000" dirty="0" smtClean="0"/>
              <a:t>             • Gives instant, clear results</a:t>
            </a:r>
            <a:br>
              <a:rPr lang="en-US" sz="8000" dirty="0" smtClean="0"/>
            </a:br>
            <a:r>
              <a:rPr lang="en-US" sz="8000" dirty="0" smtClean="0"/>
              <a:t>             • Reduces spread of misinformation before it goes viral</a:t>
            </a:r>
            <a:br>
              <a:rPr lang="en-US" sz="8000" dirty="0" smtClean="0"/>
            </a:br>
            <a:r>
              <a:rPr lang="en-US" sz="8000" dirty="0" smtClean="0"/>
              <a:t/>
            </a:r>
            <a:br>
              <a:rPr lang="en-US" sz="8000" dirty="0" smtClean="0"/>
            </a:br>
            <a:endParaRPr lang="en-US" sz="8000" dirty="0" smtClean="0"/>
          </a:p>
          <a:p>
            <a:pPr algn="l"/>
            <a:endParaRPr lang="en-US" dirty="0"/>
          </a:p>
        </p:txBody>
      </p:sp>
      <p:pic>
        <p:nvPicPr>
          <p:cNvPr id="4" name="Picture 3" descr="Screenshot 2026-01-06 1739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15" y="179141"/>
            <a:ext cx="2239678" cy="543001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35318" y="1"/>
            <a:ext cx="1776335" cy="839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1091" y="2323476"/>
            <a:ext cx="5275229" cy="266075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400" dirty="0" smtClean="0"/>
              <a:t>• Upload image, video, or audio files</a:t>
            </a:r>
            <a:br>
              <a:rPr lang="en-US" sz="2400" dirty="0" smtClean="0"/>
            </a:br>
            <a:r>
              <a:rPr lang="en-US" sz="2400" dirty="0" smtClean="0"/>
              <a:t>• AI-based </a:t>
            </a:r>
            <a:r>
              <a:rPr lang="en-US" sz="2400" dirty="0" err="1" smtClean="0"/>
              <a:t>deepfake</a:t>
            </a:r>
            <a:r>
              <a:rPr lang="en-US" sz="2400" dirty="0" smtClean="0"/>
              <a:t> detection</a:t>
            </a:r>
            <a:br>
              <a:rPr lang="en-US" sz="2400" dirty="0" smtClean="0"/>
            </a:br>
            <a:r>
              <a:rPr lang="en-US" sz="2400" dirty="0" smtClean="0"/>
              <a:t>• Real/Fake classification</a:t>
            </a:r>
            <a:br>
              <a:rPr lang="en-US" sz="2400" dirty="0" smtClean="0"/>
            </a:br>
            <a:r>
              <a:rPr lang="en-US" sz="2400" dirty="0" smtClean="0"/>
              <a:t>• Confidence score for authenticity</a:t>
            </a:r>
            <a:br>
              <a:rPr lang="en-US" sz="2400" dirty="0" smtClean="0"/>
            </a:br>
            <a:r>
              <a:rPr lang="en-US" sz="2400" dirty="0" smtClean="0"/>
              <a:t>• Clean and responsive web interface</a:t>
            </a:r>
            <a:br>
              <a:rPr lang="en-US" sz="2400" dirty="0" smtClean="0"/>
            </a:br>
            <a:r>
              <a:rPr lang="en-US" sz="2400" dirty="0" smtClean="0"/>
              <a:t>• Secure file handling</a:t>
            </a:r>
            <a:br>
              <a:rPr lang="en-US" sz="2400" dirty="0" smtClean="0"/>
            </a:br>
            <a:endParaRPr lang="en-US" sz="2400" dirty="0"/>
          </a:p>
        </p:txBody>
      </p:sp>
      <p:pic>
        <p:nvPicPr>
          <p:cNvPr id="4" name="Picture 3" descr="Screenshot 2026-01-06 1739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14" y="179141"/>
            <a:ext cx="2314629" cy="543001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91074" y="1176728"/>
            <a:ext cx="3205588" cy="293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35318" y="1"/>
            <a:ext cx="1776335" cy="764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833140" y="397239"/>
            <a:ext cx="35766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50000"/>
                  </a:schemeClr>
                </a:solidFill>
              </a:rPr>
              <a:t>Features Offered 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4272" y="1846351"/>
            <a:ext cx="8520600" cy="20526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dirty="0" smtClean="0">
                <a:solidFill>
                  <a:schemeClr val="accent1">
                    <a:lumMod val="50000"/>
                  </a:schemeClr>
                </a:solidFill>
              </a:rPr>
              <a:t>		         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Google Technologies Used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000" dirty="0" smtClean="0"/>
              <a:t>• </a:t>
            </a:r>
            <a:r>
              <a:rPr lang="en-US" sz="2000" b="1" dirty="0" smtClean="0"/>
              <a:t>Google </a:t>
            </a:r>
            <a:r>
              <a:rPr lang="en-US" sz="2000" b="1" dirty="0" err="1" smtClean="0"/>
              <a:t>Colab</a:t>
            </a:r>
            <a:r>
              <a:rPr lang="en-US" sz="2000" dirty="0" smtClean="0"/>
              <a:t> – Model training and testing</a:t>
            </a:r>
            <a:br>
              <a:rPr lang="en-US" sz="2000" dirty="0" smtClean="0"/>
            </a:br>
            <a:r>
              <a:rPr lang="en-US" sz="2000" dirty="0" smtClean="0"/>
              <a:t>• </a:t>
            </a:r>
            <a:r>
              <a:rPr lang="en-US" sz="2000" b="1" dirty="0" smtClean="0"/>
              <a:t>Google Drive</a:t>
            </a:r>
            <a:r>
              <a:rPr lang="en-US" sz="2000" dirty="0" smtClean="0"/>
              <a:t> – Dataset and model storage</a:t>
            </a:r>
            <a:br>
              <a:rPr lang="en-US" sz="2000" dirty="0" smtClean="0"/>
            </a:br>
            <a:r>
              <a:rPr lang="en-US" sz="2000" dirty="0" smtClean="0"/>
              <a:t>• </a:t>
            </a:r>
            <a:r>
              <a:rPr lang="en-US" sz="2000" b="1" dirty="0" smtClean="0"/>
              <a:t>Google Firebase (optional)</a:t>
            </a:r>
            <a:r>
              <a:rPr lang="en-US" sz="2000" dirty="0" smtClean="0"/>
              <a:t> – Hosting &amp; authentication</a:t>
            </a:r>
            <a:br>
              <a:rPr lang="en-US" sz="2000" dirty="0" smtClean="0"/>
            </a:br>
            <a:r>
              <a:rPr lang="en-US" sz="2000" dirty="0" smtClean="0"/>
              <a:t>• </a:t>
            </a:r>
            <a:r>
              <a:rPr lang="en-US" sz="2000" b="1" dirty="0" smtClean="0"/>
              <a:t>Google Cloud (GCP)</a:t>
            </a:r>
            <a:r>
              <a:rPr lang="en-US" sz="2000" dirty="0" smtClean="0"/>
              <a:t> – Scalable deployment</a:t>
            </a:r>
            <a:br>
              <a:rPr lang="en-US" sz="2000" dirty="0" smtClean="0"/>
            </a:br>
            <a:r>
              <a:rPr lang="en-US" sz="2000" dirty="0" smtClean="0"/>
              <a:t>• </a:t>
            </a:r>
            <a:r>
              <a:rPr lang="en-US" sz="2000" b="1" dirty="0" err="1" smtClean="0"/>
              <a:t>TensorFlow</a:t>
            </a:r>
            <a:r>
              <a:rPr lang="en-US" sz="2000" dirty="0" smtClean="0"/>
              <a:t> – Deep learning framework</a:t>
            </a:r>
            <a:br>
              <a:rPr lang="en-US" sz="2000" dirty="0" smtClean="0"/>
            </a:br>
            <a:endParaRPr lang="en-US" sz="2000" dirty="0"/>
          </a:p>
        </p:txBody>
      </p:sp>
      <p:pic>
        <p:nvPicPr>
          <p:cNvPr id="4" name="Picture 3" descr="Screenshot 2026-01-06 1739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14" y="179141"/>
            <a:ext cx="2314629" cy="543001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35318" y="1"/>
            <a:ext cx="1776335" cy="771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87718" y="152401"/>
            <a:ext cx="1776335" cy="771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40118" y="304801"/>
            <a:ext cx="1776335" cy="771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 descr="Google Colab Logo Icon PNG HD Download With Transparent ...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2270" y="3530183"/>
            <a:ext cx="1341619" cy="1274164"/>
          </a:xfrm>
          <a:prstGeom prst="rect">
            <a:avLst/>
          </a:prstGeom>
          <a:noFill/>
        </p:spPr>
      </p:pic>
      <p:pic>
        <p:nvPicPr>
          <p:cNvPr id="7176" name="Picture 8" descr="Google Drive newest logo transparent PNG - Stick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17741" y="3387043"/>
            <a:ext cx="1784039" cy="1489897"/>
          </a:xfrm>
          <a:prstGeom prst="rect">
            <a:avLst/>
          </a:prstGeom>
          <a:noFill/>
        </p:spPr>
      </p:pic>
      <p:pic>
        <p:nvPicPr>
          <p:cNvPr id="7178" name="Picture 10" descr="Firebase Brand Guidelines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526778" y="3562312"/>
            <a:ext cx="1752068" cy="1464320"/>
          </a:xfrm>
          <a:prstGeom prst="rect">
            <a:avLst/>
          </a:prstGeom>
          <a:noFill/>
        </p:spPr>
      </p:pic>
      <p:pic>
        <p:nvPicPr>
          <p:cNvPr id="7180" name="Picture 12" descr="Google cloud logo - Free Icon PNG, SV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613817" y="3635114"/>
            <a:ext cx="951875" cy="839450"/>
          </a:xfrm>
          <a:prstGeom prst="rect">
            <a:avLst/>
          </a:prstGeom>
          <a:noFill/>
        </p:spPr>
      </p:pic>
      <p:pic>
        <p:nvPicPr>
          <p:cNvPr id="7182" name="Picture 14" descr="TensorFlow - Desktop App for Mac, Windows (PC) - WebCatalo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610662" y="3170420"/>
            <a:ext cx="2533338" cy="1753849"/>
          </a:xfrm>
          <a:prstGeom prst="rect">
            <a:avLst/>
          </a:prstGeom>
          <a:noFill/>
        </p:spPr>
      </p:pic>
      <p:sp>
        <p:nvSpPr>
          <p:cNvPr id="15" name="TextBox 14"/>
          <p:cNvSpPr txBox="1"/>
          <p:nvPr/>
        </p:nvSpPr>
        <p:spPr>
          <a:xfrm>
            <a:off x="569626" y="4517661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Colab</a:t>
            </a:r>
            <a:endParaRPr lang="en-US" sz="1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83436" y="451953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Drive</a:t>
            </a:r>
            <a:endParaRPr lang="en-US" sz="1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41234" y="4512038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Cloud</a:t>
            </a:r>
            <a:endParaRPr lang="en-US" sz="1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25259" y="4527029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TensorFlow</a:t>
            </a:r>
            <a:endParaRPr lang="en-US" sz="1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70" y="163367"/>
            <a:ext cx="8520600" cy="503680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solidFill>
                  <a:schemeClr val="accent1">
                    <a:lumMod val="50000"/>
                  </a:schemeClr>
                </a:solidFill>
              </a:rPr>
              <a:t>Process Flow Diagram</a:t>
            </a: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Screenshot 2026-01-06 1739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14" y="179141"/>
            <a:ext cx="2314629" cy="543001"/>
          </a:xfrm>
          <a:prstGeom prst="rect">
            <a:avLst/>
          </a:prstGeom>
        </p:spPr>
      </p:pic>
      <p:pic>
        <p:nvPicPr>
          <p:cNvPr id="5" name="Picture 4" descr="process flowchar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549" y="604434"/>
            <a:ext cx="5308170" cy="4539066"/>
          </a:xfrm>
          <a:prstGeom prst="rect">
            <a:avLst/>
          </a:prstGeom>
        </p:spPr>
      </p:pic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35318" y="1"/>
            <a:ext cx="1776335" cy="771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6-01-06 1739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14" y="179141"/>
            <a:ext cx="2314629" cy="543001"/>
          </a:xfrm>
          <a:prstGeom prst="rect">
            <a:avLst/>
          </a:prstGeom>
        </p:spPr>
      </p:pic>
      <p:sp>
        <p:nvSpPr>
          <p:cNvPr id="5122" name="AutoShape 2" descr="blob:https://web.whatsapp.com/a2440c89-13f5-4e11-ac5b-4adeddfb028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mvp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085" y="629587"/>
            <a:ext cx="7015398" cy="42647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900597" y="164893"/>
            <a:ext cx="34307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Snapshots of the MVP</a:t>
            </a: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1570" y="119921"/>
            <a:ext cx="8520600" cy="607101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Architecture Diagram</a:t>
            </a: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Screenshot 2026-01-06 1739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14" y="179141"/>
            <a:ext cx="2314629" cy="543001"/>
          </a:xfrm>
          <a:prstGeom prst="rect">
            <a:avLst/>
          </a:prstGeom>
        </p:spPr>
      </p:pic>
      <p:pic>
        <p:nvPicPr>
          <p:cNvPr id="5" name="Picture 4" descr="architecture flowchar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637" y="749507"/>
            <a:ext cx="3755036" cy="4393993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35318" y="1"/>
            <a:ext cx="1776335" cy="771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2246" y="1618937"/>
            <a:ext cx="5059181" cy="3344681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dirty="0" smtClean="0"/>
              <a:t>• Real-time video stream detection</a:t>
            </a:r>
            <a:br>
              <a:rPr lang="en-US" sz="2000" dirty="0" smtClean="0"/>
            </a:br>
            <a:r>
              <a:rPr lang="en-US" sz="2000" dirty="0" smtClean="0"/>
              <a:t>• Browser extension for social media verification</a:t>
            </a:r>
            <a:br>
              <a:rPr lang="en-US" sz="2000" dirty="0" smtClean="0"/>
            </a:br>
            <a:r>
              <a:rPr lang="en-US" sz="2000" dirty="0" smtClean="0"/>
              <a:t>• Mobile application support</a:t>
            </a:r>
            <a:br>
              <a:rPr lang="en-US" sz="2000" dirty="0" smtClean="0"/>
            </a:br>
            <a:r>
              <a:rPr lang="en-US" sz="2000" dirty="0" smtClean="0"/>
              <a:t>• Advanced explainable AI reports</a:t>
            </a:r>
            <a:br>
              <a:rPr lang="en-US" sz="2000" dirty="0" smtClean="0"/>
            </a:br>
            <a:r>
              <a:rPr lang="en-US" sz="2000" dirty="0" smtClean="0"/>
              <a:t>• Integration with law enforcement and media platforms</a:t>
            </a:r>
            <a:br>
              <a:rPr lang="en-US" sz="2000" dirty="0" smtClean="0"/>
            </a:br>
            <a:endParaRPr lang="en-US" sz="2000" dirty="0"/>
          </a:p>
        </p:txBody>
      </p:sp>
      <p:pic>
        <p:nvPicPr>
          <p:cNvPr id="4" name="Picture 3" descr="Screenshot 2026-01-06 1739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24" y="194131"/>
            <a:ext cx="2314629" cy="543001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63915" y="1146748"/>
            <a:ext cx="3492708" cy="3612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35318" y="1"/>
            <a:ext cx="1776335" cy="771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746354" y="554636"/>
            <a:ext cx="6011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Additional Details / Future Development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64</Words>
  <PresentationFormat>On-screen Show (16:9)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Simple Light</vt:lpstr>
      <vt:lpstr>Simple Light</vt:lpstr>
      <vt:lpstr>Slide 1</vt:lpstr>
      <vt:lpstr>TATTVA is an AI-powered web platform that detects deepfake images, videos, and audio instantly. It analyzes uploaded media and provides real/fake results with confidence scores, helping restore digital trust.</vt:lpstr>
      <vt:lpstr>Slide 3</vt:lpstr>
      <vt:lpstr> • Upload image, video, or audio files • AI-based deepfake detection • Real/Fake classification • Confidence score for authenticity • Clean and responsive web interface • Secure file handling </vt:lpstr>
      <vt:lpstr>            Google Technologies Used • Google Colab – Model training and testing • Google Drive – Dataset and model storage • Google Firebase (optional) – Hosting &amp; authentication • Google Cloud (GCP) – Scalable deployment • TensorFlow – Deep learning framework </vt:lpstr>
      <vt:lpstr>Process Flow Diagram</vt:lpstr>
      <vt:lpstr>Slide 7</vt:lpstr>
      <vt:lpstr>Architecture Diagram</vt:lpstr>
      <vt:lpstr> • Real-time video stream detection • Browser extension for social media verification • Mobile application support • Advanced explainable AI reports • Integration with law enforcement and media platforms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Ramya sri</dc:creator>
  <cp:lastModifiedBy>Ramya sri</cp:lastModifiedBy>
  <cp:revision>27</cp:revision>
  <dcterms:modified xsi:type="dcterms:W3CDTF">2026-01-07T10:27:10Z</dcterms:modified>
</cp:coreProperties>
</file>